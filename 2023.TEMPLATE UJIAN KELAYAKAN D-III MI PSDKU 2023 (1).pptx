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Raleway Thin"/>
      <p:regular r:id="rId10"/>
      <p:bold r:id="rId11"/>
      <p:italic r:id="rId12"/>
      <p:boldItalic r:id="rId13"/>
    </p:embeddedFont>
    <p:embeddedFont>
      <p:font typeface="Barlow Ligh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+/ey7rCejyIST1To5hZb/xAFz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Thin-bold.fntdata"/><Relationship Id="rId10" Type="http://schemas.openxmlformats.org/officeDocument/2006/relationships/font" Target="fonts/RalewayThin-regular.fntdata"/><Relationship Id="rId13" Type="http://schemas.openxmlformats.org/officeDocument/2006/relationships/font" Target="fonts/RalewayThin-boldItalic.fntdata"/><Relationship Id="rId12" Type="http://schemas.openxmlformats.org/officeDocument/2006/relationships/font" Target="fonts/RalewayThin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BarlowLight-bold.fntdata"/><Relationship Id="rId14" Type="http://schemas.openxmlformats.org/officeDocument/2006/relationships/font" Target="fonts/BarlowLight-regular.fntdata"/><Relationship Id="rId17" Type="http://schemas.openxmlformats.org/officeDocument/2006/relationships/font" Target="fonts/BarlowLight-boldItalic.fntdata"/><Relationship Id="rId16" Type="http://schemas.openxmlformats.org/officeDocument/2006/relationships/font" Target="fonts/BarlowL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0c4565d06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0c4565d0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9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17" name="Google Shape;17;p10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24" name="Google Shape;24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25" name="Google Shape;25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" name="Google Shape;163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64" name="Google Shape;164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2" name="Google Shape;182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" name="Google Shape;213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" name="Google Shape;249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0" name="Google Shape;250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56" name="Google Shape;256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" name="Google Shape;263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64" name="Google Shape;264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0" name="Google Shape;290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1" name="Google Shape;291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6" name="Google Shape;296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" name="Google Shape;298;p1"/>
          <p:cNvSpPr txBox="1"/>
          <p:nvPr>
            <p:ph type="ctrTitle"/>
          </p:nvPr>
        </p:nvSpPr>
        <p:spPr>
          <a:xfrm>
            <a:off x="861172" y="1790450"/>
            <a:ext cx="5318738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JUDUL</a:t>
            </a:r>
            <a:endParaRPr/>
          </a:p>
        </p:txBody>
      </p:sp>
      <p:sp>
        <p:nvSpPr>
          <p:cNvPr id="299" name="Google Shape;299;p1"/>
          <p:cNvSpPr txBox="1"/>
          <p:nvPr/>
        </p:nvSpPr>
        <p:spPr>
          <a:xfrm>
            <a:off x="824960" y="2840721"/>
            <a:ext cx="3361278" cy="49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PENULIS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076325" y="361167"/>
            <a:ext cx="951980" cy="965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Buat dalam bentuk poin-poin penting bukan paragraf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2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671016" y="589114"/>
            <a:ext cx="5685300" cy="586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rgbClr val="FFFFFF"/>
                </a:solidFill>
              </a:rPr>
              <a:t>PERMASALAHAN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28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Menjelaskan peta konsep penelitian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671016" y="594285"/>
            <a:ext cx="6608279" cy="58640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</a:rPr>
              <a:t>IDE PENYELESAIAN MASALAH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Kebutuhan fungsional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671016" y="594285"/>
            <a:ext cx="5685182" cy="58640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0c4565d067_0_7"/>
          <p:cNvSpPr txBox="1"/>
          <p:nvPr>
            <p:ph idx="1" type="body"/>
          </p:nvPr>
        </p:nvSpPr>
        <p:spPr>
          <a:xfrm>
            <a:off x="671016" y="1421546"/>
            <a:ext cx="76020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Kebutuhan nonfungsional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0c4565d067_0_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g30c4565d067_0_7"/>
          <p:cNvSpPr/>
          <p:nvPr/>
        </p:nvSpPr>
        <p:spPr>
          <a:xfrm>
            <a:off x="8073308" y="190340"/>
            <a:ext cx="804300" cy="8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0c4565d067_0_7"/>
          <p:cNvSpPr/>
          <p:nvPr/>
        </p:nvSpPr>
        <p:spPr>
          <a:xfrm>
            <a:off x="671016" y="594285"/>
            <a:ext cx="5685300" cy="586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SONY9</dc:creator>
</cp:coreProperties>
</file>
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1" r:id="rId7"/>
    <p:sldId id="260" r:id="rId8"/>
  </p:sldIdLst>
  <p:sldSz cx="9144000" cy="5143500" type="screen16x9"/>
  <p:notesSz cx="6858000" cy="9144000"/>
  <p:embeddedFontLst>
    <p:embeddedFont>
      <p:font typeface="Barlow Light" panose="00000400000000000000" pitchFamily="2" charset="0"/>
      <p:regular r:id="rId10"/>
      <p:bold r:id="rId11"/>
      <p:italic r:id="rId12"/>
      <p:boldItalic r:id="rId13"/>
    </p:embeddedFont>
    <p:embeddedFont>
      <p:font typeface="Raleway Thin" pitchFamily="2" charset="0"/>
      <p:regular r:id="rId14"/>
      <p:bold r:id="rId15"/>
      <p:italic r:id="rId16"/>
      <p:boldItalic r:id="rId17"/>
    </p:embeddedFont>
    <p:embeddedFont>
      <p:font typeface="Segoe UI" panose="020B05020402040202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+/ey7rCejyIST1To5hZb/xAFz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67" d="100"/>
          <a:sy n="67" d="100"/>
        </p:scale>
        <p:origin x="-96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9355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36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0c4565d0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30c4565d0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9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24" name="Google Shape;24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25" name="Google Shape;25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19" extrusionOk="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77247" extrusionOk="0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22389" extrusionOk="0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avLst/>
                <a:gdLst/>
                <a:ahLst/>
                <a:cxnLst/>
                <a:rect l="l" t="t" r="r" b="b"/>
                <a:pathLst>
                  <a:path w="2069115" h="2805383" extrusionOk="0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23" extrusionOk="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878" extrusionOk="0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785" extrusionOk="0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51" h="1986608" extrusionOk="0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7084" extrusionOk="0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37052" extrusionOk="0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30860" h="40671" extrusionOk="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18" extrusionOk="0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08" extrusionOk="0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2" extrusionOk="0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7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9" extrusionOk="0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38" extrusionOk="0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46" extrusionOk="0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avLst/>
                <a:gdLst/>
                <a:ahLst/>
                <a:cxnLst/>
                <a:rect l="l" t="t" r="r" b="b"/>
                <a:pathLst>
                  <a:path w="283033" h="163345" extrusionOk="0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8" extrusionOk="0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7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5" extrusionOk="0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avLst/>
                <a:gdLst/>
                <a:ahLst/>
                <a:cxnLst/>
                <a:rect l="l" t="t" r="r" b="b"/>
                <a:pathLst>
                  <a:path w="283047" h="163399" extrusionOk="0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avLst/>
                <a:gdLst/>
                <a:ahLst/>
                <a:cxnLst/>
                <a:rect l="l" t="t" r="r" b="b"/>
                <a:pathLst>
                  <a:path w="313122" h="199558" extrusionOk="0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189" extrusionOk="0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51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46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avLst/>
                <a:gdLst/>
                <a:ahLst/>
                <a:cxnLst/>
                <a:rect l="l" t="t" r="r" b="b"/>
                <a:pathLst>
                  <a:path w="253854" h="146540" extrusionOk="0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avLst/>
                <a:gdLst/>
                <a:ahLst/>
                <a:cxnLst/>
                <a:rect l="l" t="t" r="r" b="b"/>
                <a:pathLst>
                  <a:path w="738494" h="426244" extrusionOk="0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25" extrusionOk="0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64" extrusionOk="0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37" extrusionOk="0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5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avLst/>
                <a:gdLst/>
                <a:ahLst/>
                <a:cxnLst/>
                <a:rect l="l" t="t" r="r" b="b"/>
                <a:pathLst>
                  <a:path w="221039" h="127370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318480" h="183800" extrusionOk="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8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avLst/>
                <a:gdLst/>
                <a:ahLst/>
                <a:cxnLst/>
                <a:rect l="l" t="t" r="r" b="b"/>
                <a:pathLst>
                  <a:path w="220334" h="127131" extrusionOk="0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6979" extrusionOk="0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80989" h="219907" extrusionOk="0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avLst/>
                <a:gdLst/>
                <a:ahLst/>
                <a:cxnLst/>
                <a:rect l="l" t="t" r="r" b="b"/>
                <a:pathLst>
                  <a:path w="1926000" h="1111651" extrusionOk="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avLst/>
                <a:gdLst/>
                <a:ahLst/>
                <a:cxnLst/>
                <a:rect l="l" t="t" r="r" b="b"/>
                <a:pathLst>
                  <a:path w="1451798" h="838156" extrusionOk="0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avLst/>
                <a:gdLst/>
                <a:ahLst/>
                <a:cxnLst/>
                <a:rect l="l" t="t" r="r" b="b"/>
                <a:pathLst>
                  <a:path w="1449895" h="828048" extrusionOk="0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avLst/>
                <a:gdLst/>
                <a:ahLst/>
                <a:cxnLst/>
                <a:rect l="l" t="t" r="r" b="b"/>
                <a:pathLst>
                  <a:path w="1867947" h="1123828" extrusionOk="0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avLst/>
                <a:gdLst/>
                <a:ahLst/>
                <a:cxnLst/>
                <a:rect l="l" t="t" r="r" b="b"/>
                <a:pathLst>
                  <a:path w="657230" h="440903" extrusionOk="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282" extrusionOk="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194" extrusionOk="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0998" extrusionOk="0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avLst/>
                <a:gdLst/>
                <a:ahLst/>
                <a:cxnLst/>
                <a:rect l="l" t="t" r="r" b="b"/>
                <a:pathLst>
                  <a:path w="657231" h="440923" extrusionOk="0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74" extrusionOk="0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83" extrusionOk="0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1152" extrusionOk="0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avLst/>
                <a:gdLst/>
                <a:ahLst/>
                <a:cxnLst/>
                <a:rect l="l" t="t" r="r" b="b"/>
                <a:pathLst>
                  <a:path w="893444" h="828868" extrusionOk="0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avLst/>
                <a:gdLst/>
                <a:ahLst/>
                <a:cxnLst/>
                <a:rect l="l" t="t" r="r" b="b"/>
                <a:pathLst>
                  <a:path w="630461" h="733619" extrusionOk="0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788955" extrusionOk="0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3869" extrusionOk="0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5661" extrusionOk="0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avLst/>
                <a:gdLst/>
                <a:ahLst/>
                <a:cxnLst/>
                <a:rect l="l" t="t" r="r" b="b"/>
                <a:pathLst>
                  <a:path w="893349" h="341800" extrusionOk="0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w="1037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avLst/>
                <a:gdLst/>
                <a:ahLst/>
                <a:cxnLst/>
                <a:rect l="l" t="t" r="r" b="b"/>
                <a:pathLst>
                  <a:path w="34480" h="59626" extrusionOk="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226128" extrusionOk="0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409197" extrusionOk="0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avLst/>
                <a:gdLst/>
                <a:ahLst/>
                <a:cxnLst/>
                <a:rect l="l" t="t" r="r" b="b"/>
                <a:pathLst>
                  <a:path w="55625" h="374240" extrusionOk="0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avLst/>
                <a:gdLst/>
                <a:ahLst/>
                <a:cxnLst/>
                <a:rect l="l" t="t" r="r" b="b"/>
                <a:pathLst>
                  <a:path w="55627" h="318519" extrusionOk="0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183161" extrusionOk="0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501818" extrusionOk="0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183106" extrusionOk="0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avLst/>
                <a:gdLst/>
                <a:ahLst/>
                <a:cxnLst/>
                <a:rect l="l" t="t" r="r" b="b"/>
                <a:pathLst>
                  <a:path w="55727" h="226167" extrusionOk="0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1"/>
            <p:cNvSpPr/>
            <p:nvPr/>
          </p:nvSpPr>
          <p:spPr>
            <a:xfrm>
              <a:off x="6986665" y="3342725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7014156" y="3327342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7014156" y="3298709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7976493" y="3396565"/>
              <a:ext cx="664277" cy="383503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7912754" y="3450709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7863331" y="3479190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7813984" y="3507747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7451727" y="3699575"/>
              <a:ext cx="664201" cy="38350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387988" y="3753643"/>
              <a:ext cx="592922" cy="342381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338565" y="3782200"/>
              <a:ext cx="581727" cy="33583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289218" y="3810681"/>
              <a:ext cx="496361" cy="286637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582329" y="3561435"/>
              <a:ext cx="337202" cy="194645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00200" y="3687162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8018073" y="3812966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6687910" y="670084"/>
              <a:ext cx="163899" cy="239625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6700339" y="668001"/>
              <a:ext cx="78506" cy="96744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715688" y="773039"/>
              <a:ext cx="96838" cy="108380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550295" y="816287"/>
              <a:ext cx="182749" cy="260151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687493" y="808527"/>
              <a:ext cx="141166" cy="186207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6712641" y="675415"/>
              <a:ext cx="103849" cy="127932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16857" y="674913"/>
              <a:ext cx="104260" cy="98126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591681" y="1319278"/>
              <a:ext cx="81988" cy="62539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592043" y="1339232"/>
              <a:ext cx="81616" cy="42611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550653" y="1292322"/>
              <a:ext cx="75049" cy="58139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998" y="1311512"/>
              <a:ext cx="74752" cy="39022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578488" y="992358"/>
              <a:ext cx="178709" cy="30823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627226" y="992967"/>
              <a:ext cx="177917" cy="333745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560953" y="971949"/>
              <a:ext cx="266059" cy="244904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774876" y="827227"/>
              <a:ext cx="92463" cy="32416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792998" y="823141"/>
              <a:ext cx="55907" cy="71103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683350" y="808424"/>
              <a:ext cx="47823" cy="5021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" name="Google Shape;163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64" name="Google Shape;164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avLst/>
                <a:gdLst/>
                <a:ahLst/>
                <a:cxnLst/>
                <a:rect l="l" t="t" r="r" b="b"/>
                <a:pathLst>
                  <a:path w="217597" h="318657" extrusionOk="0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avLst/>
                <a:gdLst/>
                <a:ahLst/>
                <a:cxnLst/>
                <a:rect l="l" t="t" r="r" b="b"/>
                <a:pathLst>
                  <a:path w="40647" h="235450" extrusionOk="0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avLst/>
                <a:gdLst/>
                <a:ahLst/>
                <a:cxnLst/>
                <a:rect l="l" t="t" r="r" b="b"/>
                <a:pathLst>
                  <a:path w="103921" h="128329" extrusionOk="0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avLst/>
                <a:gdLst/>
                <a:ahLst/>
                <a:cxnLst/>
                <a:rect l="l" t="t" r="r" b="b"/>
                <a:pathLst>
                  <a:path w="128622" h="143860" extrusionOk="0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avLst/>
                <a:gdLst/>
                <a:ahLst/>
                <a:cxnLst/>
                <a:rect l="l" t="t" r="r" b="b"/>
                <a:pathLst>
                  <a:path w="187397" h="215209" extrusionOk="0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avLst/>
                <a:gdLst/>
                <a:ahLst/>
                <a:cxnLst/>
                <a:rect l="l" t="t" r="r" b="b"/>
                <a:pathLst>
                  <a:path w="138529" h="170431" extrusionOk="0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avLst/>
                <a:gdLst/>
                <a:ahLst/>
                <a:cxnLst/>
                <a:rect l="l" t="t" r="r" b="b"/>
                <a:pathLst>
                  <a:path w="138474" h="130867" extrusionOk="0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avLst/>
                <a:gdLst/>
                <a:ahLst/>
                <a:cxnLst/>
                <a:rect l="l" t="t" r="r" b="b"/>
                <a:pathLst>
                  <a:path w="93089" h="307779" extrusionOk="0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avLst/>
                <a:gdLst/>
                <a:ahLst/>
                <a:cxnLst/>
                <a:rect l="l" t="t" r="r" b="b"/>
                <a:pathLst>
                  <a:path w="108744" h="83141" extrusionOk="0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56238" extrusionOk="0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avLst/>
                <a:gdLst/>
                <a:ahLst/>
                <a:cxnLst/>
                <a:rect l="l" t="t" r="r" b="b"/>
                <a:pathLst>
                  <a:path w="99827" h="77341" extrusionOk="0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avLst/>
                <a:gdLst/>
                <a:ahLst/>
                <a:cxnLst/>
                <a:rect l="l" t="t" r="r" b="b"/>
                <a:pathLst>
                  <a:path w="99536" h="51729" extrusionOk="0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avLst/>
                <a:gdLst/>
                <a:ahLst/>
                <a:cxnLst/>
                <a:rect l="l" t="t" r="r" b="b"/>
                <a:pathLst>
                  <a:path w="213068" h="744450" extrusionOk="0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avLst/>
                <a:gdLst/>
                <a:ahLst/>
                <a:cxnLst/>
                <a:rect l="l" t="t" r="r" b="b"/>
                <a:pathLst>
                  <a:path w="226922" h="495109" extrusionOk="0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avLst/>
                <a:gdLst/>
                <a:ahLst/>
                <a:cxnLst/>
                <a:rect l="l" t="t" r="r" b="b"/>
                <a:pathLst>
                  <a:path w="76263" h="95029" extrusionOk="0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avLst/>
                <a:gdLst/>
                <a:ahLst/>
                <a:cxnLst/>
                <a:rect l="l" t="t" r="r" b="b"/>
                <a:pathLst>
                  <a:path w="63531" h="66745" extrusionOk="0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2" name="Google Shape;182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avLst/>
                <a:gdLst/>
                <a:ahLst/>
                <a:cxnLst/>
                <a:rect l="l" t="t" r="r" b="b"/>
                <a:pathLst>
                  <a:path w="122876" h="95119" extrusionOk="0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avLst/>
                <a:gdLst/>
                <a:ahLst/>
                <a:cxnLst/>
                <a:rect l="l" t="t" r="r" b="b"/>
                <a:pathLst>
                  <a:path w="122242" h="63751" extrusionOk="0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avLst/>
                <a:gdLst/>
                <a:ahLst/>
                <a:cxnLst/>
                <a:rect l="l" t="t" r="r" b="b"/>
                <a:pathLst>
                  <a:path w="122771" h="91654" extrusionOk="0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avLst/>
                <a:gdLst/>
                <a:ahLst/>
                <a:cxnLst/>
                <a:rect l="l" t="t" r="r" b="b"/>
                <a:pathLst>
                  <a:path w="122230" h="63800" extrusionOk="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avLst/>
                <a:gdLst/>
                <a:ahLst/>
                <a:cxnLst/>
                <a:rect l="l" t="t" r="r" b="b"/>
                <a:pathLst>
                  <a:path w="211613" h="606004" extrusionOk="0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avLst/>
                <a:gdLst/>
                <a:ahLst/>
                <a:cxnLst/>
                <a:rect l="l" t="t" r="r" b="b"/>
                <a:pathLst>
                  <a:path w="135319" h="132132" extrusionOk="0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avLst/>
                <a:gdLst/>
                <a:ahLst/>
                <a:cxnLst/>
                <a:rect l="l" t="t" r="r" b="b"/>
                <a:pathLst>
                  <a:path w="192267" h="377666" extrusionOk="0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avLst/>
                <a:gdLst/>
                <a:ahLst/>
                <a:cxnLst/>
                <a:rect l="l" t="t" r="r" b="b"/>
                <a:pathLst>
                  <a:path w="219367" h="442443" extrusionOk="0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avLst/>
                <a:gdLst/>
                <a:ahLst/>
                <a:cxnLst/>
                <a:rect l="l" t="t" r="r" b="b"/>
                <a:pathLst>
                  <a:path w="146094" h="177613" extrusionOk="0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avLst/>
                <a:gdLst/>
                <a:ahLst/>
                <a:cxnLst/>
                <a:rect l="l" t="t" r="r" b="b"/>
                <a:pathLst>
                  <a:path w="154031" h="152067" extrusionOk="0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avLst/>
                <a:gdLst/>
                <a:ahLst/>
                <a:cxnLst/>
                <a:rect l="l" t="t" r="r" b="b"/>
                <a:pathLst>
                  <a:path w="196972" h="338613" extrusionOk="0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avLst/>
                <a:gdLst/>
                <a:ahLst/>
                <a:cxnLst/>
                <a:rect l="l" t="t" r="r" b="b"/>
                <a:pathLst>
                  <a:path w="228028" h="306609" extrusionOk="0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avLst/>
                <a:gdLst/>
                <a:ahLst/>
                <a:cxnLst/>
                <a:rect l="l" t="t" r="r" b="b"/>
                <a:pathLst>
                  <a:path w="115992" h="56976" extrusionOk="0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avLst/>
                <a:gdLst/>
                <a:ahLst/>
                <a:cxnLst/>
                <a:rect l="l" t="t" r="r" b="b"/>
                <a:pathLst>
                  <a:path w="71478" h="59099" extrusionOk="0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avLst/>
                <a:gdLst/>
                <a:ahLst/>
                <a:cxnLst/>
                <a:rect l="l" t="t" r="r" b="b"/>
                <a:pathLst>
                  <a:path w="70866" h="103155" extrusionOk="0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avLst/>
                <a:gdLst/>
                <a:ahLst/>
                <a:cxnLst/>
                <a:rect l="l" t="t" r="r" b="b"/>
                <a:pathLst>
                  <a:path w="85975" h="128318" extrusionOk="0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" name="Google Shape;213;p1"/>
            <p:cNvSpPr/>
            <p:nvPr/>
          </p:nvSpPr>
          <p:spPr>
            <a:xfrm>
              <a:off x="7297552" y="1119942"/>
              <a:ext cx="135609" cy="266405"/>
            </a:xfrm>
            <a:custGeom>
              <a:avLst/>
              <a:gdLst/>
              <a:ahLst/>
              <a:cxnLst/>
              <a:rect l="l" t="t" r="r" b="b"/>
              <a:pathLst>
                <a:path w="169617" h="333215" extrusionOk="0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7309787" y="1745656"/>
              <a:ext cx="93295" cy="72283"/>
            </a:xfrm>
            <a:custGeom>
              <a:avLst/>
              <a:gdLst/>
              <a:ahLst/>
              <a:cxnLst/>
              <a:rect l="l" t="t" r="r" b="b"/>
              <a:pathLst>
                <a:path w="116692" h="90410" extrusionOk="0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7310617" y="1769417"/>
              <a:ext cx="92899" cy="48456"/>
            </a:xfrm>
            <a:custGeom>
              <a:avLst/>
              <a:gdLst/>
              <a:ahLst/>
              <a:cxnLst/>
              <a:rect l="l" t="t" r="r" b="b"/>
              <a:pathLst>
                <a:path w="116196" h="60608" extrusionOk="0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197828" y="1680648"/>
              <a:ext cx="93274" cy="69610"/>
            </a:xfrm>
            <a:custGeom>
              <a:avLst/>
              <a:gdLst/>
              <a:ahLst/>
              <a:cxnLst/>
              <a:rect l="l" t="t" r="r" b="b"/>
              <a:pathLst>
                <a:path w="116665" h="87067" extrusionOk="0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198064" y="1702707"/>
              <a:ext cx="92850" cy="48456"/>
            </a:xfrm>
            <a:custGeom>
              <a:avLst/>
              <a:gdLst/>
              <a:ahLst/>
              <a:cxnLst/>
              <a:rect l="l" t="t" r="r" b="b"/>
              <a:pathLst>
                <a:path w="116135" h="60608" extrusionOk="0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221254" y="1360384"/>
              <a:ext cx="326700" cy="394943"/>
            </a:xfrm>
            <a:custGeom>
              <a:avLst/>
              <a:gdLst/>
              <a:ahLst/>
              <a:cxnLst/>
              <a:rect l="l" t="t" r="r" b="b"/>
              <a:pathLst>
                <a:path w="408631" h="493987" extrusionOk="0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417903" y="1095544"/>
              <a:ext cx="102781" cy="99997"/>
            </a:xfrm>
            <a:custGeom>
              <a:avLst/>
              <a:gdLst/>
              <a:ahLst/>
              <a:cxnLst/>
              <a:rect l="l" t="t" r="r" b="b"/>
              <a:pathLst>
                <a:path w="128556" h="125075" extrusionOk="0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381720" y="1109556"/>
              <a:ext cx="166775" cy="325513"/>
            </a:xfrm>
            <a:custGeom>
              <a:avLst/>
              <a:gdLst/>
              <a:ahLst/>
              <a:cxnLst/>
              <a:rect l="l" t="t" r="r" b="b"/>
              <a:pathLst>
                <a:path w="208599" h="407146" extrusionOk="0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413797" y="991818"/>
              <a:ext cx="110760" cy="134864"/>
            </a:xfrm>
            <a:custGeom>
              <a:avLst/>
              <a:gdLst/>
              <a:ahLst/>
              <a:cxnLst/>
              <a:rect l="l" t="t" r="r" b="b"/>
              <a:pathLst>
                <a:path w="138537" h="168686" extrusionOk="0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417935" y="980032"/>
              <a:ext cx="116886" cy="115512"/>
            </a:xfrm>
            <a:custGeom>
              <a:avLst/>
              <a:gdLst/>
              <a:ahLst/>
              <a:cxnLst/>
              <a:rect l="l" t="t" r="r" b="b"/>
              <a:pathLst>
                <a:path w="146199" h="144480" extrusionOk="0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364000" y="1109861"/>
              <a:ext cx="53839" cy="78361"/>
            </a:xfrm>
            <a:custGeom>
              <a:avLst/>
              <a:gdLst/>
              <a:ahLst/>
              <a:cxnLst/>
              <a:rect l="l" t="t" r="r" b="b"/>
              <a:pathLst>
                <a:path w="67341" h="98012" extrusionOk="0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794459" y="3551002"/>
              <a:ext cx="540508" cy="312148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824798" y="3491907"/>
              <a:ext cx="469764" cy="181297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794490" y="3623727"/>
              <a:ext cx="41046" cy="82625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8298847" y="3624184"/>
              <a:ext cx="36096" cy="82168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842237" y="3535238"/>
              <a:ext cx="449908" cy="259679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815050" y="3673683"/>
              <a:ext cx="491482" cy="17632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794490" y="3472184"/>
              <a:ext cx="540453" cy="312196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752377" y="3752957"/>
              <a:ext cx="148877" cy="85976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87483" y="3773138"/>
              <a:ext cx="113771" cy="106232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465892" y="3799784"/>
              <a:ext cx="344817" cy="254127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113340" y="4275363"/>
              <a:ext cx="345579" cy="199519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345604" y="3658605"/>
              <a:ext cx="79241" cy="172485"/>
            </a:xfrm>
            <a:custGeom>
              <a:avLst/>
              <a:gdLst/>
              <a:ahLst/>
              <a:cxnLst/>
              <a:rect l="l" t="t" r="r" b="b"/>
              <a:pathLst>
                <a:path w="99113" h="215741" extrusionOk="0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8356722" y="3587657"/>
              <a:ext cx="56961" cy="109603"/>
            </a:xfrm>
            <a:custGeom>
              <a:avLst/>
              <a:gdLst/>
              <a:ahLst/>
              <a:cxnLst/>
              <a:rect l="l" t="t" r="r" b="b"/>
              <a:pathLst>
                <a:path w="71246" h="137090" extrusionOk="0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8165307" y="4346248"/>
              <a:ext cx="122882" cy="68919"/>
            </a:xfrm>
            <a:custGeom>
              <a:avLst/>
              <a:gdLst/>
              <a:ahLst/>
              <a:cxnLst/>
              <a:rect l="l" t="t" r="r" b="b"/>
              <a:pathLst>
                <a:path w="153698" h="86203" extrusionOk="0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8165313" y="4357988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255166" y="4305930"/>
              <a:ext cx="122882" cy="68953"/>
            </a:xfrm>
            <a:custGeom>
              <a:avLst/>
              <a:gdLst/>
              <a:ahLst/>
              <a:cxnLst/>
              <a:rect l="l" t="t" r="r" b="b"/>
              <a:pathLst>
                <a:path w="153698" h="86245" extrusionOk="0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8255174" y="4317703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98325" y="3858200"/>
              <a:ext cx="179678" cy="507212"/>
            </a:xfrm>
            <a:custGeom>
              <a:avLst/>
              <a:gdLst/>
              <a:ahLst/>
              <a:cxnLst/>
              <a:rect l="l" t="t" r="r" b="b"/>
              <a:pathLst>
                <a:path w="224738" h="634412" extrusionOk="0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224549" y="3442293"/>
              <a:ext cx="130417" cy="208730"/>
            </a:xfrm>
            <a:custGeom>
              <a:avLst/>
              <a:gdLst/>
              <a:ahLst/>
              <a:cxnLst/>
              <a:rect l="l" t="t" r="r" b="b"/>
              <a:pathLst>
                <a:path w="163123" h="261076" extrusionOk="0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197056" y="3589895"/>
              <a:ext cx="200560" cy="332104"/>
            </a:xfrm>
            <a:custGeom>
              <a:avLst/>
              <a:gdLst/>
              <a:ahLst/>
              <a:cxnLst/>
              <a:rect l="l" t="t" r="r" b="b"/>
              <a:pathLst>
                <a:path w="250857" h="415389" extrusionOk="0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000839" y="3631642"/>
              <a:ext cx="254644" cy="198374"/>
            </a:xfrm>
            <a:custGeom>
              <a:avLst/>
              <a:gdLst/>
              <a:ahLst/>
              <a:cxnLst/>
              <a:rect l="l" t="t" r="r" b="b"/>
              <a:pathLst>
                <a:path w="318504" h="248122" extrusionOk="0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87055" y="3627341"/>
              <a:ext cx="77484" cy="113419"/>
            </a:xfrm>
            <a:custGeom>
              <a:avLst/>
              <a:gdLst/>
              <a:ahLst/>
              <a:cxnLst/>
              <a:rect l="l" t="t" r="r" b="b"/>
              <a:pathLst>
                <a:path w="96916" h="141862" extrusionOk="0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24358" y="3433131"/>
              <a:ext cx="126435" cy="139356"/>
            </a:xfrm>
            <a:custGeom>
              <a:avLst/>
              <a:gdLst/>
              <a:ahLst/>
              <a:cxnLst/>
              <a:rect l="l" t="t" r="r" b="b"/>
              <a:pathLst>
                <a:path w="158142" h="174304" extrusionOk="0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9" name="Google Shape;249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0" name="Google Shape;250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56" name="Google Shape;256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" name="Google Shape;261;p1"/>
            <p:cNvSpPr/>
            <p:nvPr/>
          </p:nvSpPr>
          <p:spPr>
            <a:xfrm>
              <a:off x="7451033" y="1163186"/>
              <a:ext cx="126280" cy="353110"/>
            </a:xfrm>
            <a:custGeom>
              <a:avLst/>
              <a:gdLst/>
              <a:ahLst/>
              <a:cxnLst/>
              <a:rect l="l" t="t" r="r" b="b"/>
              <a:pathLst>
                <a:path w="157949" h="441664" extrusionOk="0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7509451" y="1160411"/>
              <a:ext cx="72725" cy="98625"/>
            </a:xfrm>
            <a:custGeom>
              <a:avLst/>
              <a:gdLst/>
              <a:ahLst/>
              <a:cxnLst/>
              <a:rect l="l" t="t" r="r" b="b"/>
              <a:pathLst>
                <a:path w="90963" h="123358" extrusionOk="0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3" name="Google Shape;263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64" name="Google Shape;264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311" extrusionOk="0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1032319" extrusionOk="0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501" extrusionOk="0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688" h="721899" extrusionOk="0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399097" extrusionOk="0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avLst/>
                <a:gdLst/>
                <a:ahLst/>
                <a:cxnLst/>
                <a:rect l="l" t="t" r="r" b="b"/>
                <a:pathLst>
                  <a:path w="154251" h="303342" extrusionOk="0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avLst/>
                <a:gdLst/>
                <a:ahLst/>
                <a:cxnLst/>
                <a:rect l="l" t="t" r="r" b="b"/>
                <a:pathLst>
                  <a:path w="106588" h="82319" extrusionOk="0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avLst/>
                <a:gdLst/>
                <a:ahLst/>
                <a:cxnLst/>
                <a:rect l="l" t="t" r="r" b="b"/>
                <a:pathLst>
                  <a:path w="106123" h="55368" extrusionOk="0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avLst/>
                <a:gdLst/>
                <a:ahLst/>
                <a:cxnLst/>
                <a:rect l="l" t="t" r="r" b="b"/>
                <a:pathLst>
                  <a:path w="106576" h="79516" extrusionOk="0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avLst/>
                <a:gdLst/>
                <a:ahLst/>
                <a:cxnLst/>
                <a:rect l="l" t="t" r="r" b="b"/>
                <a:pathLst>
                  <a:path w="106154" h="55320" extrusionOk="0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avLst/>
                <a:gdLst/>
                <a:ahLst/>
                <a:cxnLst/>
                <a:rect l="l" t="t" r="r" b="b"/>
                <a:pathLst>
                  <a:path w="372536" h="450662" extrusionOk="0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avLst/>
                <a:gdLst/>
                <a:ahLst/>
                <a:cxnLst/>
                <a:rect l="l" t="t" r="r" b="b"/>
                <a:pathLst>
                  <a:path w="117160" h="114020" extrusionOk="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avLst/>
                <a:gdLst/>
                <a:ahLst/>
                <a:cxnLst/>
                <a:rect l="l" t="t" r="r" b="b"/>
                <a:pathLst>
                  <a:path w="189574" h="370837" extrusionOk="0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avLst/>
                <a:gdLst/>
                <a:ahLst/>
                <a:cxnLst/>
                <a:rect l="l" t="t" r="r" b="b"/>
                <a:pathLst>
                  <a:path w="126365" h="153696" extrusionOk="0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avLst/>
                <a:gdLst/>
                <a:ahLst/>
                <a:cxnLst/>
                <a:rect l="l" t="t" r="r" b="b"/>
                <a:pathLst>
                  <a:path w="133256" h="131805" extrusionOk="0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avLst/>
                <a:gdLst/>
                <a:ahLst/>
                <a:cxnLst/>
                <a:rect l="l" t="t" r="r" b="b"/>
                <a:pathLst>
                  <a:path w="61436" h="88868" extrusionOk="0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0" name="Google Shape;290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1" name="Google Shape;291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99" h="174500" extrusionOk="0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73" h="45815" extrusionOk="0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117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" name="Google Shape;293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09" h="118292" extrusionOk="0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" name="Google Shape;294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122" h="244320" extrusionOk="0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421" h="245364" extrusionOk="0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6" name="Google Shape;296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avLst/>
                <a:gdLst/>
                <a:ahLst/>
                <a:cxnLst/>
                <a:rect l="l" t="t" r="r" b="b"/>
                <a:pathLst>
                  <a:path w="143174" h="402337" extrusionOk="0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avLst/>
                <a:gdLst/>
                <a:ahLst/>
                <a:cxnLst/>
                <a:rect l="l" t="t" r="r" b="b"/>
                <a:pathLst>
                  <a:path w="82772" h="112806" extrusionOk="0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8" name="Google Shape;298;p1"/>
          <p:cNvSpPr txBox="1">
            <a:spLocks noGrp="1"/>
          </p:cNvSpPr>
          <p:nvPr>
            <p:ph type="ctrTitle"/>
          </p:nvPr>
        </p:nvSpPr>
        <p:spPr>
          <a:xfrm>
            <a:off x="861172" y="1018785"/>
            <a:ext cx="5318738" cy="1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 dirty="0">
                <a:latin typeface="Arial"/>
                <a:ea typeface="Arial"/>
                <a:cs typeface="Arial"/>
                <a:sym typeface="Arial"/>
              </a:rPr>
              <a:t>JUDUL</a:t>
            </a:r>
            <a:endParaRPr dirty="0"/>
          </a:p>
        </p:txBody>
      </p:sp>
      <p:sp>
        <p:nvSpPr>
          <p:cNvPr id="299" name="Google Shape;299;p1"/>
          <p:cNvSpPr txBox="1"/>
          <p:nvPr/>
        </p:nvSpPr>
        <p:spPr>
          <a:xfrm>
            <a:off x="824960" y="2068735"/>
            <a:ext cx="427643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D" sz="2000" dirty="0" err="1"/>
              <a:t>Rancang</a:t>
            </a:r>
            <a:r>
              <a:rPr lang="en-ID" sz="2000" dirty="0"/>
              <a:t> </a:t>
            </a:r>
            <a:r>
              <a:rPr lang="en-ID" sz="2000" dirty="0" err="1"/>
              <a:t>Bangun</a:t>
            </a:r>
            <a:r>
              <a:rPr lang="en-ID" sz="2000" dirty="0"/>
              <a:t> Platform </a:t>
            </a:r>
            <a:r>
              <a:rPr lang="en-ID" sz="2000" dirty="0" err="1"/>
              <a:t>Layanan</a:t>
            </a:r>
            <a:r>
              <a:rPr lang="en-ID" sz="2000" dirty="0"/>
              <a:t> Gym </a:t>
            </a:r>
            <a:r>
              <a:rPr lang="en-ID" sz="2000" dirty="0" err="1"/>
              <a:t>Terintegrasi</a:t>
            </a:r>
            <a:r>
              <a:rPr lang="en-ID" sz="2000" dirty="0"/>
              <a:t> (Web &amp; Mobile) </a:t>
            </a:r>
            <a:r>
              <a:rPr lang="en-ID" sz="2000" dirty="0" err="1"/>
              <a:t>dengan</a:t>
            </a:r>
            <a:r>
              <a:rPr lang="en-ID" sz="2000" dirty="0"/>
              <a:t> Modul </a:t>
            </a:r>
            <a:r>
              <a:rPr lang="en-ID" sz="2000" dirty="0" err="1"/>
              <a:t>asisten</a:t>
            </a:r>
            <a:r>
              <a:rPr lang="en-ID" sz="2000" dirty="0"/>
              <a:t> Latihan </a:t>
            </a:r>
            <a:r>
              <a:rPr lang="en-ID" sz="2000" dirty="0" err="1"/>
              <a:t>Mandiri</a:t>
            </a:r>
            <a:r>
              <a:rPr lang="en-ID" sz="2000" dirty="0"/>
              <a:t> </a:t>
            </a:r>
            <a:r>
              <a:rPr lang="en-ID" sz="2000" dirty="0" err="1"/>
              <a:t>studi</a:t>
            </a:r>
            <a:r>
              <a:rPr lang="en-ID" sz="2000" dirty="0"/>
              <a:t> </a:t>
            </a:r>
            <a:r>
              <a:rPr lang="en-ID" sz="2000" dirty="0" err="1"/>
              <a:t>kasus</a:t>
            </a:r>
            <a:r>
              <a:rPr lang="en-ID" sz="2000" dirty="0"/>
              <a:t> </a:t>
            </a:r>
            <a:r>
              <a:rPr lang="en-ID" sz="2000" dirty="0" err="1"/>
              <a:t>wargym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1076325" y="361167"/>
            <a:ext cx="951980" cy="965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"/>
          <p:cNvSpPr txBox="1">
            <a:spLocks noGrp="1"/>
          </p:cNvSpPr>
          <p:nvPr>
            <p:ph type="body" idx="1"/>
          </p:nvPr>
        </p:nvSpPr>
        <p:spPr>
          <a:xfrm>
            <a:off x="602436" y="1421546"/>
            <a:ext cx="8324394" cy="342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indent="0" algn="just">
              <a:buNone/>
            </a:pP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WARGYM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merupakan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pusat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kebugaran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yang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terus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berkembang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namun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operasionalnya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saat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masih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menghadapi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kendala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akibat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pencatatan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administrasi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verifikasi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presensi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member yang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dilakukan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secara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manual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menggunakan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kartu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fisik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 Cara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rawan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kehilangan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kartu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serta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mempersulit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pelaporan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keuangan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harian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yang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akurat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Selain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itu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informasi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resmi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gym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kerap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tertimbun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di media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sosial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yang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mayoritas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dipenuhi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konten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promosi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visual.</a:t>
            </a:r>
          </a:p>
          <a:p>
            <a:pPr marL="114300" indent="0" algn="just">
              <a:buNone/>
            </a:pP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sisi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lain, member—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terutama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kalangan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pemula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yang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berlatih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tanpa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pendampingan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b="0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Personal Trainer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(PT)—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sering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mengalami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kesulitan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dalam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mempelajari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variasi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gerakan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ID" sz="1600" b="1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form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yang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benar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dan 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tidak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memiliki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media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praktis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untuk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mencatat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peningkatan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1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beban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ID" sz="1600" b="1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progressive overload</a:t>
            </a:r>
            <a:r>
              <a:rPr lang="en-ID" sz="1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14300" indent="0" algn="just">
              <a:buNone/>
            </a:pP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Oleh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karena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itu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system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dibangun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sebagai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solusi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</p:txBody>
      </p:sp>
      <p:sp>
        <p:nvSpPr>
          <p:cNvPr id="306" name="Google Shape;306;p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07" name="Google Shape;307;p2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"/>
          <p:cNvSpPr/>
          <p:nvPr/>
        </p:nvSpPr>
        <p:spPr>
          <a:xfrm>
            <a:off x="671016" y="589114"/>
            <a:ext cx="5685300" cy="5865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84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dirty="0">
                <a:solidFill>
                  <a:srgbClr val="FFFFFF"/>
                </a:solidFill>
              </a:rPr>
              <a:t>Latar Belakang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"/>
          <p:cNvSpPr txBox="1">
            <a:spLocks noGrp="1"/>
          </p:cNvSpPr>
          <p:nvPr>
            <p:ph type="body" idx="1"/>
          </p:nvPr>
        </p:nvSpPr>
        <p:spPr>
          <a:xfrm>
            <a:off x="671016" y="1421546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Administrasi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Keuangan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Manual: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Pencatatan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data membership dan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transaksi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keuangan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masih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dilakukan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secara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konvensional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buku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kertas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),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rentan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hilang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tidak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akurat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Proses Check-in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Tidak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Efisien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Verifikasi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member yang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datang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berlatih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masih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dilakukan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secara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manual oleh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staf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jaga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dengan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mengumpulkan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kartu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member.</a:t>
            </a:r>
          </a:p>
          <a:p>
            <a:pPr algn="just">
              <a:buFont typeface="+mj-lt"/>
              <a:buAutoNum type="arabicPeriod"/>
            </a:pP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Kartu membership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rawan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hilang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Dikarenakan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masih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menggunakan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kartu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fisik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Kendala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Latihan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Mandiri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Member yang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berlatih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tanpa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Personal Trainer (PT)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sering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kesulitan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mengetahui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Gerakan dan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rekomendasi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jumlah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reps Ketika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latihan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14300" indent="0" algn="just">
              <a:buNone/>
            </a:pPr>
            <a:endParaRPr sz="1600" dirty="0">
              <a:solidFill>
                <a:schemeClr val="tx1"/>
              </a:solidFill>
              <a:latin typeface="Segoe UI" panose="020B0502040204020203" pitchFamily="34" charset="0"/>
              <a:ea typeface="Roboto" panose="02000000000000000000" pitchFamily="2" charset="0"/>
              <a:cs typeface="Segoe UI" panose="020B0502040204020203" pitchFamily="34" charset="0"/>
              <a:sym typeface="Arial"/>
            </a:endParaRPr>
          </a:p>
        </p:txBody>
      </p:sp>
      <p:sp>
        <p:nvSpPr>
          <p:cNvPr id="306" name="Google Shape;306;p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07" name="Google Shape;307;p2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"/>
          <p:cNvSpPr/>
          <p:nvPr/>
        </p:nvSpPr>
        <p:spPr>
          <a:xfrm>
            <a:off x="671016" y="589114"/>
            <a:ext cx="5685300" cy="5865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84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>
                <a:solidFill>
                  <a:srgbClr val="FFFFFF"/>
                </a:solidFill>
              </a:rPr>
              <a:t>PERMASALAHAN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963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15" name="Google Shape;315;p3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"/>
          <p:cNvSpPr/>
          <p:nvPr/>
        </p:nvSpPr>
        <p:spPr>
          <a:xfrm>
            <a:off x="671016" y="594285"/>
            <a:ext cx="6608279" cy="58640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84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dirty="0">
                <a:solidFill>
                  <a:schemeClr val="lt1"/>
                </a:solidFill>
              </a:rPr>
              <a:t>IDE PENYELESAIAN MASALAH</a:t>
            </a:r>
            <a:endParaRPr sz="2800" b="1" dirty="0">
              <a:solidFill>
                <a:schemeClr val="lt1"/>
              </a:solidFill>
            </a:endParaRPr>
          </a:p>
        </p:txBody>
      </p:sp>
      <p:sp>
        <p:nvSpPr>
          <p:cNvPr id="5" name="Google Shape;305;p2">
            <a:extLst>
              <a:ext uri="{FF2B5EF4-FFF2-40B4-BE49-F238E27FC236}">
                <a16:creationId xmlns:a16="http://schemas.microsoft.com/office/drawing/2014/main" id="{566E4FC0-B27F-D51F-1FC5-F4914FBD67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1016" y="1421546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Sistem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Kasir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&amp;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Manajemen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Membership (Web):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Digitalisasi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pendaftaran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,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pembayaran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, dan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laporan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keuangan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terpusat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untuk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kasir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dan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pemilik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Sistem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Check-in via QR Code (Mobile/Web): Member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cukup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scan QR code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dari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aplikasi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untuk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masuk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,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sistem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otomatis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memverifikasi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masa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aktif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Modul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Asisten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Latihan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Mandiri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(Mobile): Fitur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pendamping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cerdas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di smartphone </a:t>
            </a:r>
            <a:r>
              <a:rPr lang="en-ID" sz="1600" dirty="0" err="1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untuk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Pencatat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Sesi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Latihan (</a:t>
            </a:r>
            <a:r>
              <a:rPr lang="en-ID" sz="1600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Workout Logger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&amp; Panduan Form Visual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Roboto" panose="02000000000000000000" pitchFamily="2" charset="0"/>
                <a:cs typeface="Segoe UI" panose="020B0502040204020203" pitchFamily="34" charset="0"/>
                <a:sym typeface="Arial"/>
              </a:rPr>
              <a:t>.</a:t>
            </a:r>
            <a:endParaRPr sz="1600" dirty="0">
              <a:solidFill>
                <a:schemeClr val="tx1"/>
              </a:solidFill>
              <a:latin typeface="Segoe UI" panose="020B0502040204020203" pitchFamily="34" charset="0"/>
              <a:ea typeface="Roboto" panose="02000000000000000000" pitchFamily="2" charset="0"/>
              <a:cs typeface="Segoe UI" panose="020B0502040204020203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"/>
          <p:cNvSpPr txBox="1">
            <a:spLocks noGrp="1"/>
          </p:cNvSpPr>
          <p:nvPr>
            <p:ph type="body" idx="1"/>
          </p:nvPr>
        </p:nvSpPr>
        <p:spPr>
          <a:xfrm>
            <a:off x="671016" y="1302614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indent="0">
              <a:buNone/>
            </a:pP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Kebutuhan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fungsional</a:t>
            </a:r>
            <a:endParaRPr lang="en-ID" sz="1600" b="0" i="0" dirty="0"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4300" indent="0" algn="l">
              <a:buNone/>
            </a:pP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Platform web (owner)</a:t>
            </a:r>
          </a:p>
          <a:p>
            <a:pPr algn="l">
              <a:buFont typeface="+mj-lt"/>
              <a:buAutoNum type="arabicPeriod"/>
            </a:pP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dapat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mengelola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(CRUD) data member dan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paket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membership.</a:t>
            </a:r>
          </a:p>
          <a:p>
            <a:pPr algn="l">
              <a:buFont typeface="+mj-lt"/>
              <a:buAutoNum type="arabicPeriod"/>
            </a:pP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dapat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memproses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transaksi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kasir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mencetak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struk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dapat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menghasilkan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laporan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keuangan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statistik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kunjungan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dapat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melakukan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b="0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scanning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/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verifikasi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QR Code check-in.</a:t>
            </a:r>
            <a:endParaRPr lang="en-ID" sz="16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Perpanjangan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Online via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Midtrans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(QRIS/VA)</a:t>
            </a:r>
          </a:p>
        </p:txBody>
      </p:sp>
      <p:sp>
        <p:nvSpPr>
          <p:cNvPr id="322" name="Google Shape;322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23" name="Google Shape;323;p5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671016" y="594285"/>
            <a:ext cx="5685182" cy="58640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84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ANALISIS KEBUTUHAN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"/>
          <p:cNvSpPr txBox="1">
            <a:spLocks noGrp="1"/>
          </p:cNvSpPr>
          <p:nvPr>
            <p:ph type="body" idx="1"/>
          </p:nvPr>
        </p:nvSpPr>
        <p:spPr>
          <a:xfrm>
            <a:off x="671016" y="1322934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indent="0">
              <a:buNone/>
            </a:pP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Kebutuhan</a:t>
            </a: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fungsional</a:t>
            </a:r>
            <a:endParaRPr lang="en-ID" sz="16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4300" indent="0">
              <a:buNone/>
            </a:pPr>
            <a:r>
              <a:rPr lang="en-ID" sz="1600" dirty="0">
                <a:solidFill>
                  <a:schemeClr val="tx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Platform mobile (member)</a:t>
            </a:r>
          </a:p>
          <a:p>
            <a:pPr algn="l">
              <a:buFont typeface="+mj-lt"/>
              <a:buAutoNum type="arabicPeriod"/>
            </a:pP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menampilkan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b="0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QR Code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unik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membership.</a:t>
            </a:r>
          </a:p>
          <a:p>
            <a:pPr algn="l">
              <a:buFont typeface="+mj-lt"/>
              <a:buAutoNum type="arabicPeriod"/>
            </a:pP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memiliki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modul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penghitung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waktu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repetisi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latihan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mandiri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menampilkan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pengingat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ID" sz="1600" b="0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reminder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masa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aktif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membership.</a:t>
            </a:r>
          </a:p>
          <a:p>
            <a:pPr algn="l">
              <a:buFont typeface="+mj-lt"/>
              <a:buAutoNum type="arabicPeriod"/>
            </a:pP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menyimpan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riwayat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ID" sz="1600" b="0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history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ID" sz="1600" b="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latihan</a:t>
            </a:r>
            <a:r>
              <a:rPr lang="en-ID" sz="16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lvl="0" indent="-228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n-ID" sz="1600" dirty="0">
              <a:solidFill>
                <a:schemeClr val="tx1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322" name="Google Shape;322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23" name="Google Shape;323;p5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671016" y="594285"/>
            <a:ext cx="5685182" cy="58640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84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ANALISIS KEBUTUHAN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978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0c4565d067_0_7"/>
          <p:cNvSpPr txBox="1">
            <a:spLocks noGrp="1"/>
          </p:cNvSpPr>
          <p:nvPr>
            <p:ph type="body" idx="1"/>
          </p:nvPr>
        </p:nvSpPr>
        <p:spPr>
          <a:xfrm>
            <a:off x="671016" y="1421546"/>
            <a:ext cx="7602000" cy="3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indent="0" algn="just">
              <a:buNone/>
            </a:pP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Kebutuhan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non-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fungsional</a:t>
            </a:r>
            <a:endParaRPr lang="en-ID" sz="1600" i="0" dirty="0"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600" dirty="0" err="1">
                <a:latin typeface="+mn-lt"/>
              </a:rPr>
              <a:t>Keamanan</a:t>
            </a:r>
            <a:r>
              <a:rPr lang="en-US" sz="1600" dirty="0">
                <a:latin typeface="+mn-lt"/>
              </a:rPr>
              <a:t>: </a:t>
            </a:r>
            <a:r>
              <a:rPr lang="en-US" sz="1600" dirty="0" err="1">
                <a:latin typeface="+mn-lt"/>
              </a:rPr>
              <a:t>Autentikasi</a:t>
            </a:r>
            <a:r>
              <a:rPr lang="en-US" sz="1600" dirty="0">
                <a:latin typeface="+mn-lt"/>
              </a:rPr>
              <a:t> dan </a:t>
            </a:r>
            <a:r>
              <a:rPr lang="en-US" sz="1600" dirty="0" err="1">
                <a:latin typeface="+mn-lt"/>
              </a:rPr>
              <a:t>pembatasan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akses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sesuai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peran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pengguna</a:t>
            </a:r>
            <a:r>
              <a:rPr lang="en-US" sz="1600" dirty="0">
                <a:latin typeface="+mn-lt"/>
              </a:rPr>
              <a:t> </a:t>
            </a:r>
            <a:endParaRPr lang="en-ID" sz="16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performa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: Proses </a:t>
            </a:r>
            <a:r>
              <a:rPr lang="en-ID" sz="1600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scanning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QR code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untuk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verifikasi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masuk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membutuhkan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waktu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kurang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dari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3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detik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Responsivitas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Kemudahan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Penggunaan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 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Antarmuka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(UI/UX)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aplikasi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i="1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mobile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didesain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kontras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ramah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pengguna,serta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sz="1600" i="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responsivitas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+mn-lt"/>
              </a:rPr>
              <a:t>Tampilan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menyesuaikan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perangkat</a:t>
            </a:r>
            <a:r>
              <a:rPr lang="en-US" sz="1600" dirty="0">
                <a:latin typeface="+mn-lt"/>
              </a:rPr>
              <a:t> desktop dan </a:t>
            </a:r>
            <a:r>
              <a:rPr lang="en-US" sz="1600" dirty="0" err="1">
                <a:latin typeface="+mn-lt"/>
              </a:rPr>
              <a:t>seluler</a:t>
            </a:r>
            <a:r>
              <a:rPr lang="en-ID" sz="1600" i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sz="1600" dirty="0" err="1">
                <a:latin typeface="+mn-lt"/>
              </a:rPr>
              <a:t>Integritas</a:t>
            </a:r>
            <a:r>
              <a:rPr lang="en-US" sz="1600" dirty="0">
                <a:latin typeface="+mn-lt"/>
              </a:rPr>
              <a:t> dan </a:t>
            </a:r>
            <a:r>
              <a:rPr lang="en-US" sz="1600" dirty="0" err="1">
                <a:latin typeface="+mn-lt"/>
              </a:rPr>
              <a:t>Keandalan</a:t>
            </a:r>
            <a:r>
              <a:rPr lang="en-US" sz="1600" dirty="0">
                <a:latin typeface="+mn-lt"/>
              </a:rPr>
              <a:t> Data: </a:t>
            </a:r>
            <a:r>
              <a:rPr lang="en-US" sz="1600" dirty="0" err="1">
                <a:latin typeface="+mn-lt"/>
              </a:rPr>
              <a:t>Menjaga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konsistensi</a:t>
            </a:r>
            <a:r>
              <a:rPr lang="en-US" sz="1600" dirty="0">
                <a:latin typeface="+mn-lt"/>
              </a:rPr>
              <a:t> data </a:t>
            </a:r>
            <a:r>
              <a:rPr lang="en-US" sz="1600" dirty="0" err="1">
                <a:latin typeface="+mn-lt"/>
              </a:rPr>
              <a:t>serta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menangani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gangguan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integrasi</a:t>
            </a:r>
            <a:endParaRPr lang="en-US" sz="1600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0c4565d067_0_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31" name="Google Shape;331;g30c4565d067_0_7"/>
          <p:cNvSpPr/>
          <p:nvPr/>
        </p:nvSpPr>
        <p:spPr>
          <a:xfrm>
            <a:off x="8073308" y="190340"/>
            <a:ext cx="804300" cy="807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0c4565d067_0_7"/>
          <p:cNvSpPr/>
          <p:nvPr/>
        </p:nvSpPr>
        <p:spPr>
          <a:xfrm>
            <a:off x="671016" y="594285"/>
            <a:ext cx="5685300" cy="5865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84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ANALISIS KEBUTUHAN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</TotalTime>
  <Words>473</Words>
  <Application>Microsoft Office PowerPoint</Application>
  <PresentationFormat>On-screen Show (16:9)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Segoe UI</vt:lpstr>
      <vt:lpstr>Arial</vt:lpstr>
      <vt:lpstr>Raleway Thin</vt:lpstr>
      <vt:lpstr>Barlow Light</vt:lpstr>
      <vt:lpstr>Gaoler template</vt:lpstr>
      <vt:lpstr>JUDUL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SONY9</dc:creator>
  <cp:lastModifiedBy>LENOVO</cp:lastModifiedBy>
  <cp:revision>16</cp:revision>
  <dcterms:modified xsi:type="dcterms:W3CDTF">2026-10-20T03:50:36Z</dcterms:modified>
</cp:coreProperties>
</file>